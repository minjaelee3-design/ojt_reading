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535" r:id="rId2"/>
  </p:sldIdLst>
  <p:sldSz cx="9144000" cy="6858000" type="screen4x3"/>
  <p:notesSz cx="9926638" cy="6797675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29">
          <p15:clr>
            <a:srgbClr val="A4A3A4"/>
          </p15:clr>
        </p15:guide>
        <p15:guide id="2" orient="horz" pos="4020">
          <p15:clr>
            <a:srgbClr val="A4A3A4"/>
          </p15:clr>
        </p15:guide>
        <p15:guide id="3" orient="horz" pos="3294">
          <p15:clr>
            <a:srgbClr val="A4A3A4"/>
          </p15:clr>
        </p15:guide>
        <p15:guide id="4" orient="horz" pos="4065">
          <p15:clr>
            <a:srgbClr val="A4A3A4"/>
          </p15:clr>
        </p15:guide>
        <p15:guide id="5" orient="horz" pos="1344">
          <p15:clr>
            <a:srgbClr val="A4A3A4"/>
          </p15:clr>
        </p15:guide>
        <p15:guide id="6" pos="295">
          <p15:clr>
            <a:srgbClr val="A4A3A4"/>
          </p15:clr>
        </p15:guide>
        <p15:guide id="7" pos="5602">
          <p15:clr>
            <a:srgbClr val="A4A3A4"/>
          </p15:clr>
        </p15:guide>
        <p15:guide id="8" pos="1020">
          <p15:clr>
            <a:srgbClr val="A4A3A4"/>
          </p15:clr>
        </p15:guide>
        <p15:guide id="9" pos="5759">
          <p15:clr>
            <a:srgbClr val="A4A3A4"/>
          </p15:clr>
        </p15:guide>
        <p15:guide id="10" pos="387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4951"/>
    <a:srgbClr val="792D25"/>
    <a:srgbClr val="FFFFCC"/>
    <a:srgbClr val="FF9966"/>
    <a:srgbClr val="FFFFFF"/>
    <a:srgbClr val="E96449"/>
    <a:srgbClr val="3545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474" autoAdjust="0"/>
    <p:restoredTop sz="95274" autoAdjust="0"/>
  </p:normalViewPr>
  <p:slideViewPr>
    <p:cSldViewPr>
      <p:cViewPr varScale="1">
        <p:scale>
          <a:sx n="115" d="100"/>
          <a:sy n="115" d="100"/>
        </p:scale>
        <p:origin x="2022" y="108"/>
      </p:cViewPr>
      <p:guideLst>
        <p:guide orient="horz" pos="3929"/>
        <p:guide orient="horz" pos="4020"/>
        <p:guide orient="horz" pos="3294"/>
        <p:guide orient="horz" pos="4065"/>
        <p:guide orient="horz" pos="1344"/>
        <p:guide pos="295"/>
        <p:guide pos="5602"/>
        <p:guide pos="1020"/>
        <p:guide pos="5759"/>
        <p:guide pos="387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125" cy="339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1338" y="0"/>
            <a:ext cx="4303712" cy="339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E4B36A4D-0352-4860-A4C3-C4D93F4FC9F6}" type="datetimeFigureOut">
              <a:rPr lang="ko-KR" altLang="en-US"/>
              <a:pPr>
                <a:defRPr/>
              </a:pPr>
              <a:t>2026-10-16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57950"/>
            <a:ext cx="4302125" cy="339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1338" y="6457950"/>
            <a:ext cx="4303712" cy="3397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1181FD5-0CAE-421C-A698-AB3F0D475F0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37042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125" cy="339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1338" y="0"/>
            <a:ext cx="4303712" cy="339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FB265679-A4B4-4EC3-811C-CAAA149D5374}" type="datetimeFigureOut">
              <a:rPr lang="ko-KR" altLang="en-US"/>
              <a:pPr>
                <a:defRPr/>
              </a:pPr>
              <a:t>2026-10-16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8838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188" y="3228975"/>
            <a:ext cx="7942262" cy="30591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  <a:endParaRPr lang="ko-KR" altLang="en-US" noProof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456363"/>
            <a:ext cx="4302125" cy="339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1338" y="6456363"/>
            <a:ext cx="4303712" cy="3397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A0767B5E-316B-44D1-AD67-07E689AACF1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247175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smtClean="0"/>
          </a:p>
        </p:txBody>
      </p:sp>
      <p:sp>
        <p:nvSpPr>
          <p:cNvPr id="92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fld id="{1C004398-552A-4213-B4F0-BC8933DC5AA4}" type="slidenum">
              <a:rPr lang="ko-KR" altLang="en-US" smtClean="0"/>
              <a:pPr/>
              <a:t>0</a:t>
            </a:fld>
            <a:endParaRPr lang="ko-KR" altLang="en-US" smtClean="0"/>
          </a:p>
        </p:txBody>
      </p:sp>
    </p:spTree>
    <p:extLst>
      <p:ext uri="{BB962C8B-B14F-4D97-AF65-F5344CB8AC3E}">
        <p14:creationId xmlns:p14="http://schemas.microsoft.com/office/powerpoint/2010/main" val="31828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525"/>
            <a:ext cx="9144000" cy="687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3762914"/>
            <a:ext cx="8640960" cy="56849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46800" rIns="0" bIns="46800" anchor="b">
            <a:spAutoFit/>
          </a:bodyPr>
          <a:lstStyle>
            <a:lvl1pPr algn="ctr">
              <a:defRPr lang="ko-KR" altLang="en-US" sz="2800">
                <a:solidFill>
                  <a:srgbClr val="3B495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</a:lstStyle>
          <a:p>
            <a:pPr lvl="0"/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30663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6808788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2C731F2F-3782-4B14-8D24-505DC59F818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146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>
            <a:normAutofit/>
          </a:bodyPr>
          <a:lstStyle>
            <a:lvl1pPr algn="ctr">
              <a:defRPr sz="3200"/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 smtClean="0"/>
              <a:t>마스터 부제목 스타일 편집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2411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 marL="174625" indent="-174625">
              <a:defRPr sz="1600"/>
            </a:lvl1pPr>
            <a:lvl2pPr marL="363538" indent="-188913">
              <a:defRPr sz="1400"/>
            </a:lvl2pPr>
            <a:lvl3pPr marL="538163" indent="-174625">
              <a:defRPr sz="1200"/>
            </a:lvl3pPr>
            <a:lvl4pPr marL="714375" indent="-176213">
              <a:defRPr sz="1100"/>
            </a:lvl4pPr>
            <a:lvl5pPr marL="901700" indent="-187325">
              <a:defRPr sz="1100"/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6808788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2FE98172-16CE-42CB-BB25-91DC2300290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0149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6808788" y="6524625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D7471966-0C45-493C-8718-E7EDCF9142C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3307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7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0825" y="749300"/>
            <a:ext cx="8642350" cy="382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09" r:id="rId1"/>
    <p:sldLayoutId id="2147484410" r:id="rId2"/>
    <p:sldLayoutId id="2147484408" r:id="rId3"/>
    <p:sldLayoutId id="2147484411" r:id="rId4"/>
    <p:sldLayoutId id="2147484412" r:id="rId5"/>
  </p:sldLayoutIdLst>
  <p:hf hdr="0" ftr="0" dt="0"/>
  <p:txStyles>
    <p:titleStyle>
      <a:lvl1pPr algn="l" rtl="0" eaLnBrk="0" fontAlgn="base" latinLnBrk="1" hangingPunct="0">
        <a:lnSpc>
          <a:spcPct val="130000"/>
        </a:lnSpc>
        <a:spcBef>
          <a:spcPts val="325"/>
        </a:spcBef>
        <a:spcAft>
          <a:spcPct val="0"/>
        </a:spcAft>
        <a:defRPr sz="16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lnSpc>
          <a:spcPct val="130000"/>
        </a:lnSpc>
        <a:spcBef>
          <a:spcPts val="325"/>
        </a:spcBef>
        <a:spcAft>
          <a:spcPct val="0"/>
        </a:spcAft>
        <a:defRPr sz="16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algn="l" rtl="0" eaLnBrk="0" fontAlgn="base" latinLnBrk="1" hangingPunct="0">
        <a:lnSpc>
          <a:spcPct val="130000"/>
        </a:lnSpc>
        <a:spcBef>
          <a:spcPts val="325"/>
        </a:spcBef>
        <a:spcAft>
          <a:spcPct val="0"/>
        </a:spcAft>
        <a:defRPr sz="16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algn="l" rtl="0" eaLnBrk="0" fontAlgn="base" latinLnBrk="1" hangingPunct="0">
        <a:lnSpc>
          <a:spcPct val="130000"/>
        </a:lnSpc>
        <a:spcBef>
          <a:spcPts val="325"/>
        </a:spcBef>
        <a:spcAft>
          <a:spcPct val="0"/>
        </a:spcAft>
        <a:defRPr sz="16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algn="l" rtl="0" eaLnBrk="0" fontAlgn="base" latinLnBrk="1" hangingPunct="0">
        <a:lnSpc>
          <a:spcPct val="130000"/>
        </a:lnSpc>
        <a:spcBef>
          <a:spcPts val="325"/>
        </a:spcBef>
        <a:spcAft>
          <a:spcPct val="0"/>
        </a:spcAft>
        <a:defRPr sz="16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457200" algn="l" rtl="0" fontAlgn="base" latinLnBrk="1">
        <a:lnSpc>
          <a:spcPct val="130000"/>
        </a:lnSpc>
        <a:spcBef>
          <a:spcPts val="325"/>
        </a:spcBef>
        <a:spcAft>
          <a:spcPct val="0"/>
        </a:spcAft>
        <a:defRPr sz="16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6pPr>
      <a:lvl7pPr marL="914400" algn="l" rtl="0" fontAlgn="base" latinLnBrk="1">
        <a:lnSpc>
          <a:spcPct val="130000"/>
        </a:lnSpc>
        <a:spcBef>
          <a:spcPts val="325"/>
        </a:spcBef>
        <a:spcAft>
          <a:spcPct val="0"/>
        </a:spcAft>
        <a:defRPr sz="16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7pPr>
      <a:lvl8pPr marL="1371600" algn="l" rtl="0" fontAlgn="base" latinLnBrk="1">
        <a:lnSpc>
          <a:spcPct val="130000"/>
        </a:lnSpc>
        <a:spcBef>
          <a:spcPts val="325"/>
        </a:spcBef>
        <a:spcAft>
          <a:spcPct val="0"/>
        </a:spcAft>
        <a:defRPr sz="16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8pPr>
      <a:lvl9pPr marL="1828800" algn="l" rtl="0" fontAlgn="base" latinLnBrk="1">
        <a:lnSpc>
          <a:spcPct val="130000"/>
        </a:lnSpc>
        <a:spcBef>
          <a:spcPts val="325"/>
        </a:spcBef>
        <a:spcAft>
          <a:spcPct val="0"/>
        </a:spcAft>
        <a:defRPr sz="16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206375" y="260350"/>
            <a:ext cx="560705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43200" rIns="0" bIns="43200" anchor="b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ko-KR" altLang="en-US" sz="1846" b="1"/>
              <a:t>○ 독서경영 </a:t>
            </a:r>
            <a:r>
              <a:rPr lang="en-US" altLang="ko-KR" sz="1846" b="1" dirty="0"/>
              <a:t>IDEA SHEET</a:t>
            </a:r>
            <a:endParaRPr lang="ko-KR" altLang="en-US" sz="1846" b="1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6713008"/>
              </p:ext>
            </p:extLst>
          </p:nvPr>
        </p:nvGraphicFramePr>
        <p:xfrm>
          <a:off x="468313" y="981075"/>
          <a:ext cx="8205788" cy="56880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3938"/>
                <a:gridCol w="2878956"/>
                <a:gridCol w="1225500"/>
                <a:gridCol w="2877394"/>
              </a:tblGrid>
              <a:tr h="288474">
                <a:tc>
                  <a:txBody>
                    <a:bodyPr/>
                    <a:lstStyle/>
                    <a:p>
                      <a:pPr marL="228600" indent="-228600" algn="ctr" latinLnBrk="1">
                        <a:buAutoNum type="arabicPeriod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부서명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32" marR="91432" marT="45707" marB="457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dirty="0" smtClean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32" marR="91432" marT="45707" marB="457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2. </a:t>
                      </a:r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성  명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32" marR="91432" marT="45707" marB="457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32" marR="91432" marT="45707" marB="457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25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3. </a:t>
                      </a:r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도서명</a:t>
                      </a:r>
                      <a:endParaRPr lang="en-US" altLang="ko-KR" sz="1100" b="1" dirty="0" smtClean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32" marR="91432" marT="45707" marB="457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287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91432" marR="91432" marT="45707" marB="457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4. </a:t>
                      </a:r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저자명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32" marR="91432" marT="45707" marB="457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287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91432" marR="91432" marT="45707" marB="457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258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5. </a:t>
                      </a:r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시작일</a:t>
                      </a:r>
                      <a:endParaRPr lang="en-US" altLang="ko-KR" sz="1100" b="1" dirty="0" smtClean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32" marR="91432" marT="45707" marB="457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32" marR="91432" marT="45707" marB="457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6. </a:t>
                      </a:r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완독일</a:t>
                      </a:r>
                      <a:endParaRPr lang="en-US" altLang="ko-KR" sz="1100" b="1" dirty="0" smtClean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32" marR="91432" marT="45707" marB="457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dirty="0" smtClean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32" marR="91432" marT="45707" marB="457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94334">
                <a:tc gridSpan="4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    7. </a:t>
                      </a:r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내용정리 </a:t>
                      </a:r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(9pt,</a:t>
                      </a:r>
                      <a:r>
                        <a:rPr lang="en-US" altLang="ko-KR" sz="1100" b="1" baseline="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 15</a:t>
                      </a:r>
                      <a:r>
                        <a:rPr lang="ko-KR" altLang="en-US" sz="1100" b="1" baseline="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줄 이상</a:t>
                      </a:r>
                      <a:r>
                        <a:rPr lang="en-US" altLang="ko-KR" sz="1100" b="1" baseline="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)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baseline="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       </a:t>
                      </a:r>
                      <a:r>
                        <a:rPr lang="en-US" altLang="ko-KR" sz="1100" b="0" baseline="0" dirty="0" err="1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cf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) 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업무 내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외적으로 개선 아이디어 또는 느낀 점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독후감 형태 등 내용 및 형식의 구애됨 없이 본인의 생각을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/>
                      </a:r>
                      <a:b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</a:b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           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 자유롭게 기술</a:t>
                      </a:r>
                      <a:endParaRPr lang="en-US" altLang="ko-KR" sz="1100" b="0" dirty="0" smtClean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32" marR="91432" marT="45707" marB="457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32" marR="91432" marT="45716" marB="4571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ctr" latinLnBrk="1">
                        <a:lnSpc>
                          <a:spcPct val="120000"/>
                        </a:lnSpc>
                        <a:buFontTx/>
                        <a:buNone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32" marR="91432" marT="45716" marB="4571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1100" dirty="0" smtClean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32" marR="91432" marT="45716" marB="4571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20041">
                <a:tc gridSpan="4">
                  <a:txBody>
                    <a:bodyPr/>
                    <a:lstStyle/>
                    <a:p>
                      <a:pPr algn="l" latinLnBrk="1"/>
                      <a:endParaRPr lang="en-US" altLang="ko-KR" sz="900" dirty="0" smtClean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32" marR="91432" marT="45707" marB="457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32" marR="91432" marT="45716" marB="4571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dirty="0" smtClean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32" marR="91432" marT="45716" marB="4571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1100" dirty="0" smtClean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32" marR="91432" marT="45716" marB="45716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110000"/>
          </a:lnSpc>
          <a:spcBef>
            <a:spcPts val="320"/>
          </a:spcBef>
          <a:defRPr sz="1400" dirty="0" smtClean="0">
            <a:solidFill>
              <a:sysClr val="windowText" lastClr="0000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1">
              <a:lumMod val="5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12361</TotalTime>
  <Words>56</Words>
  <Application>Microsoft Office PowerPoint</Application>
  <PresentationFormat>화면 슬라이드 쇼(4:3)</PresentationFormat>
  <Paragraphs>10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1_Office 테마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holdings</dc:creator>
  <cp:lastModifiedBy>SeAH</cp:lastModifiedBy>
  <cp:revision>2095</cp:revision>
  <cp:lastPrinted>2015-05-12T01:55:59Z</cp:lastPrinted>
  <dcterms:created xsi:type="dcterms:W3CDTF">2013-03-22T05:03:56Z</dcterms:created>
  <dcterms:modified xsi:type="dcterms:W3CDTF">2026-10-16T01:08:48Z</dcterms:modified>
</cp:coreProperties>
</file>